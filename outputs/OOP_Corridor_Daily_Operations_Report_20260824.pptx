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marker>
            <c:symbol val="diamond"/>
            <c:size val="6"/>
          </c:marker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9.0</c:v>
                </c:pt>
                <c:pt idx="2">
                  <c:v>7.0</c:v>
                </c:pt>
                <c:pt idx="3">
                  <c:v>14.0</c:v>
                </c:pt>
                <c:pt idx="4">
                  <c:v>8.0</c:v>
                </c:pt>
                <c:pt idx="5">
                  <c:v>13.0</c:v>
                </c:pt>
                <c:pt idx="6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.2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18791784"/>
        <c:crosses val="autoZero"/>
        <c:majorUnit val="4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9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4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8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7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9.0</c:v>
                </c:pt>
                <c:pt idx="2">
                  <c:v>7.0</c:v>
                </c:pt>
                <c:pt idx="3">
                  <c:v>14.0</c:v>
                </c:pt>
                <c:pt idx="4">
                  <c:v>8.0</c:v>
                </c:pt>
                <c:pt idx="5">
                  <c:v>13.0</c:v>
                </c:pt>
                <c:pt idx="6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Roads Services</c:v>
                </c:pt>
                <c:pt idx="1">
                  <c:v>Electricity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1703.0</c:v>
                </c:pt>
                <c:pt idx="1">
                  <c:v>1090.0</c:v>
                </c:pt>
                <c:pt idx="2">
                  <c:v>1079.0</c:v>
                </c:pt>
                <c:pt idx="3">
                  <c:v>577.0</c:v>
                </c:pt>
                <c:pt idx="4">
                  <c:v>334.0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58.449999999999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39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92.0</c:v>
                </c:pt>
                <c:pt idx="1">
                  <c:v>1.0</c:v>
                </c:pt>
                <c:pt idx="2">
                  <c:v>6.0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24 August 2026 | 24 Monday august 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valid cases on 24 August 2026; 20 new wards today; 20 wards reached cumulatively (17.9% of 112).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72 cases and 20 new wards. New wards are unique to the selected reporting date after checking all prior valid dates; running wards are cumulative unique wards.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ward allocations remain. To reach the 112-ward weekly target by Friday, aim for 23 new wards per remaining working day (4 days).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logged per hour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2026-08-24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(92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EAST CORRIDOR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 CORRIDOR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unique / 112 listed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Selected-day coverage: 20 of 112 listed ward allocations were covered across North East and South East. Cumulative progress remains 20/112; master validation: 111 unique ward numbers and 1 observed ward numbers outside the master.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08:27–14:29. Peak: 14:00 (16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1,703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1,079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2,896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24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92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